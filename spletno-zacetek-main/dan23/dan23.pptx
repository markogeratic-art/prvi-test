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61" r:id="rId3"/>
    <p:sldId id="258" r:id="rId4"/>
    <p:sldId id="262" r:id="rId5"/>
    <p:sldId id="284" r:id="rId6"/>
    <p:sldId id="275" r:id="rId7"/>
    <p:sldId id="264" r:id="rId8"/>
    <p:sldId id="265" r:id="rId9"/>
    <p:sldId id="266" r:id="rId10"/>
    <p:sldId id="267" r:id="rId11"/>
    <p:sldId id="268" r:id="rId12"/>
    <p:sldId id="269" r:id="rId13"/>
    <p:sldId id="282" r:id="rId14"/>
    <p:sldId id="276" r:id="rId15"/>
    <p:sldId id="281" r:id="rId16"/>
    <p:sldId id="279" r:id="rId17"/>
    <p:sldId id="280" r:id="rId18"/>
    <p:sldId id="283" r:id="rId19"/>
    <p:sldId id="278" r:id="rId20"/>
    <p:sldId id="277" r:id="rId21"/>
    <p:sldId id="285" r:id="rId22"/>
    <p:sldId id="289" r:id="rId23"/>
    <p:sldId id="288" r:id="rId24"/>
    <p:sldId id="287" r:id="rId25"/>
    <p:sldId id="286" r:id="rId26"/>
    <p:sldId id="257" r:id="rId27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61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1D518B-CFF5-41F9-A90A-EBD7BE893371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C86A27E-BD27-4D8F-83F3-871693B40483}">
      <dgm:prSet/>
      <dgm:spPr/>
      <dgm:t>
        <a:bodyPr/>
        <a:lstStyle/>
        <a:p>
          <a:r>
            <a:rPr lang="sl-SI"/>
            <a:t>Ustvarjen leta 1995</a:t>
          </a:r>
          <a:endParaRPr lang="en-US"/>
        </a:p>
      </dgm:t>
    </dgm:pt>
    <dgm:pt modelId="{3D1E62D7-0F0E-4FD1-9A7B-8201E2A9C16A}" type="parTrans" cxnId="{4732D6E5-9F99-4BF6-AA66-FB3FE2457F16}">
      <dgm:prSet/>
      <dgm:spPr/>
      <dgm:t>
        <a:bodyPr/>
        <a:lstStyle/>
        <a:p>
          <a:endParaRPr lang="en-US"/>
        </a:p>
      </dgm:t>
    </dgm:pt>
    <dgm:pt modelId="{6CB16C8B-0429-4CE3-8F5A-D32FE8667649}" type="sibTrans" cxnId="{4732D6E5-9F99-4BF6-AA66-FB3FE2457F16}">
      <dgm:prSet/>
      <dgm:spPr/>
      <dgm:t>
        <a:bodyPr/>
        <a:lstStyle/>
        <a:p>
          <a:endParaRPr lang="en-US"/>
        </a:p>
      </dgm:t>
    </dgm:pt>
    <dgm:pt modelId="{1F4F426A-0AAB-4594-91C5-516F973BFB6C}">
      <dgm:prSet/>
      <dgm:spPr/>
      <dgm:t>
        <a:bodyPr/>
        <a:lstStyle/>
        <a:p>
          <a:r>
            <a:rPr lang="sl-SI"/>
            <a:t>Avtor: </a:t>
          </a:r>
          <a:r>
            <a:rPr lang="sl-SI" b="1"/>
            <a:t>Brendan Eich</a:t>
          </a:r>
          <a:endParaRPr lang="en-US"/>
        </a:p>
      </dgm:t>
    </dgm:pt>
    <dgm:pt modelId="{71AA157D-EC2C-4504-8A34-D35D61C48CA2}" type="parTrans" cxnId="{3432BFCC-27FE-4620-AF8D-92A1E17F52AD}">
      <dgm:prSet/>
      <dgm:spPr/>
      <dgm:t>
        <a:bodyPr/>
        <a:lstStyle/>
        <a:p>
          <a:endParaRPr lang="en-US"/>
        </a:p>
      </dgm:t>
    </dgm:pt>
    <dgm:pt modelId="{073E7A90-88F5-4758-A406-A2DEE3A60864}" type="sibTrans" cxnId="{3432BFCC-27FE-4620-AF8D-92A1E17F52AD}">
      <dgm:prSet/>
      <dgm:spPr/>
      <dgm:t>
        <a:bodyPr/>
        <a:lstStyle/>
        <a:p>
          <a:endParaRPr lang="en-US"/>
        </a:p>
      </dgm:t>
    </dgm:pt>
    <dgm:pt modelId="{6398DE17-AA7A-4E5F-A39B-E222F5C88165}">
      <dgm:prSet/>
      <dgm:spPr/>
      <dgm:t>
        <a:bodyPr/>
        <a:lstStyle/>
        <a:p>
          <a:r>
            <a:rPr lang="sl-SI"/>
            <a:t>Razvit pri podjetju </a:t>
          </a:r>
          <a:r>
            <a:rPr lang="sl-SI" b="1"/>
            <a:t>Netscape</a:t>
          </a:r>
          <a:endParaRPr lang="en-US"/>
        </a:p>
      </dgm:t>
    </dgm:pt>
    <dgm:pt modelId="{4FC39E12-E6B2-4D6B-AEFB-521F0E63CE6B}" type="parTrans" cxnId="{FE8981FA-4227-46FA-BB46-16E0321A217D}">
      <dgm:prSet/>
      <dgm:spPr/>
      <dgm:t>
        <a:bodyPr/>
        <a:lstStyle/>
        <a:p>
          <a:endParaRPr lang="en-US"/>
        </a:p>
      </dgm:t>
    </dgm:pt>
    <dgm:pt modelId="{8FA844BC-E96C-4E5A-BC46-22498D4E91C4}" type="sibTrans" cxnId="{FE8981FA-4227-46FA-BB46-16E0321A217D}">
      <dgm:prSet/>
      <dgm:spPr/>
      <dgm:t>
        <a:bodyPr/>
        <a:lstStyle/>
        <a:p>
          <a:endParaRPr lang="en-US"/>
        </a:p>
      </dgm:t>
    </dgm:pt>
    <dgm:pt modelId="{C0C48A25-A155-43ED-A3BC-647DD224623C}">
      <dgm:prSet/>
      <dgm:spPr/>
      <dgm:t>
        <a:bodyPr/>
        <a:lstStyle/>
        <a:p>
          <a:r>
            <a:rPr lang="sl-SI"/>
            <a:t>Standardiziran kot </a:t>
          </a:r>
          <a:r>
            <a:rPr lang="sl-SI" b="1"/>
            <a:t>ECMAScript</a:t>
          </a:r>
          <a:endParaRPr lang="en-US"/>
        </a:p>
      </dgm:t>
    </dgm:pt>
    <dgm:pt modelId="{E1E01D0B-A182-4878-A2A8-A848E38BE326}" type="parTrans" cxnId="{B0CA50B3-7197-47EE-AE0A-982B78186C42}">
      <dgm:prSet/>
      <dgm:spPr/>
      <dgm:t>
        <a:bodyPr/>
        <a:lstStyle/>
        <a:p>
          <a:endParaRPr lang="en-US"/>
        </a:p>
      </dgm:t>
    </dgm:pt>
    <dgm:pt modelId="{5C665BC9-02BA-4947-A885-DDA5184300BF}" type="sibTrans" cxnId="{B0CA50B3-7197-47EE-AE0A-982B78186C42}">
      <dgm:prSet/>
      <dgm:spPr/>
      <dgm:t>
        <a:bodyPr/>
        <a:lstStyle/>
        <a:p>
          <a:endParaRPr lang="en-US"/>
        </a:p>
      </dgm:t>
    </dgm:pt>
    <dgm:pt modelId="{FA75BF53-6B77-4A6F-8FB6-D0D447378862}" type="pres">
      <dgm:prSet presAssocID="{B51D518B-CFF5-41F9-A90A-EBD7BE89337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3C651B4-4E0D-4F22-8D5F-A4C43767D845}" type="pres">
      <dgm:prSet presAssocID="{2C86A27E-BD27-4D8F-83F3-871693B40483}" presName="hierRoot1" presStyleCnt="0"/>
      <dgm:spPr/>
    </dgm:pt>
    <dgm:pt modelId="{0A0892CD-55E7-4021-B063-A73B8F5A6DBA}" type="pres">
      <dgm:prSet presAssocID="{2C86A27E-BD27-4D8F-83F3-871693B40483}" presName="composite" presStyleCnt="0"/>
      <dgm:spPr/>
    </dgm:pt>
    <dgm:pt modelId="{57474F47-561D-4987-B3FB-98A22BFD761B}" type="pres">
      <dgm:prSet presAssocID="{2C86A27E-BD27-4D8F-83F3-871693B40483}" presName="background" presStyleLbl="node0" presStyleIdx="0" presStyleCnt="4"/>
      <dgm:spPr/>
    </dgm:pt>
    <dgm:pt modelId="{FB1FF198-F427-466F-AD25-1BED5774EB3E}" type="pres">
      <dgm:prSet presAssocID="{2C86A27E-BD27-4D8F-83F3-871693B40483}" presName="text" presStyleLbl="fgAcc0" presStyleIdx="0" presStyleCnt="4">
        <dgm:presLayoutVars>
          <dgm:chPref val="3"/>
        </dgm:presLayoutVars>
      </dgm:prSet>
      <dgm:spPr/>
    </dgm:pt>
    <dgm:pt modelId="{E24EF117-2938-44A5-A9EB-C0F2FAE1D0C1}" type="pres">
      <dgm:prSet presAssocID="{2C86A27E-BD27-4D8F-83F3-871693B40483}" presName="hierChild2" presStyleCnt="0"/>
      <dgm:spPr/>
    </dgm:pt>
    <dgm:pt modelId="{B2E3E71C-86E9-43EC-B13A-A6C830AD49E2}" type="pres">
      <dgm:prSet presAssocID="{1F4F426A-0AAB-4594-91C5-516F973BFB6C}" presName="hierRoot1" presStyleCnt="0"/>
      <dgm:spPr/>
    </dgm:pt>
    <dgm:pt modelId="{EBE825CF-8C7A-42FD-A1F7-292EF1308F16}" type="pres">
      <dgm:prSet presAssocID="{1F4F426A-0AAB-4594-91C5-516F973BFB6C}" presName="composite" presStyleCnt="0"/>
      <dgm:spPr/>
    </dgm:pt>
    <dgm:pt modelId="{A0230086-296E-4FA3-B68E-F73797610A51}" type="pres">
      <dgm:prSet presAssocID="{1F4F426A-0AAB-4594-91C5-516F973BFB6C}" presName="background" presStyleLbl="node0" presStyleIdx="1" presStyleCnt="4"/>
      <dgm:spPr/>
    </dgm:pt>
    <dgm:pt modelId="{E1654664-A51D-49C5-BD01-491E5EA7B03E}" type="pres">
      <dgm:prSet presAssocID="{1F4F426A-0AAB-4594-91C5-516F973BFB6C}" presName="text" presStyleLbl="fgAcc0" presStyleIdx="1" presStyleCnt="4">
        <dgm:presLayoutVars>
          <dgm:chPref val="3"/>
        </dgm:presLayoutVars>
      </dgm:prSet>
      <dgm:spPr/>
    </dgm:pt>
    <dgm:pt modelId="{8CF54429-5D8E-40B2-9F11-4D4C3504E948}" type="pres">
      <dgm:prSet presAssocID="{1F4F426A-0AAB-4594-91C5-516F973BFB6C}" presName="hierChild2" presStyleCnt="0"/>
      <dgm:spPr/>
    </dgm:pt>
    <dgm:pt modelId="{A42014D0-5CE7-4754-8B0D-970A30F5D761}" type="pres">
      <dgm:prSet presAssocID="{6398DE17-AA7A-4E5F-A39B-E222F5C88165}" presName="hierRoot1" presStyleCnt="0"/>
      <dgm:spPr/>
    </dgm:pt>
    <dgm:pt modelId="{18C02493-93CF-42CC-863C-7CF40BA268E7}" type="pres">
      <dgm:prSet presAssocID="{6398DE17-AA7A-4E5F-A39B-E222F5C88165}" presName="composite" presStyleCnt="0"/>
      <dgm:spPr/>
    </dgm:pt>
    <dgm:pt modelId="{5B55BEB7-D2A2-4EEE-B39D-E07FF68B43E6}" type="pres">
      <dgm:prSet presAssocID="{6398DE17-AA7A-4E5F-A39B-E222F5C88165}" presName="background" presStyleLbl="node0" presStyleIdx="2" presStyleCnt="4"/>
      <dgm:spPr/>
    </dgm:pt>
    <dgm:pt modelId="{C7674D2C-6A07-45B6-B8E6-3344E99D40D4}" type="pres">
      <dgm:prSet presAssocID="{6398DE17-AA7A-4E5F-A39B-E222F5C88165}" presName="text" presStyleLbl="fgAcc0" presStyleIdx="2" presStyleCnt="4">
        <dgm:presLayoutVars>
          <dgm:chPref val="3"/>
        </dgm:presLayoutVars>
      </dgm:prSet>
      <dgm:spPr/>
    </dgm:pt>
    <dgm:pt modelId="{CE75CDCD-96D4-4A52-8F3D-F6B7CFD11DFB}" type="pres">
      <dgm:prSet presAssocID="{6398DE17-AA7A-4E5F-A39B-E222F5C88165}" presName="hierChild2" presStyleCnt="0"/>
      <dgm:spPr/>
    </dgm:pt>
    <dgm:pt modelId="{0C8724B3-3A0B-4801-A654-28E9BA9ADD91}" type="pres">
      <dgm:prSet presAssocID="{C0C48A25-A155-43ED-A3BC-647DD224623C}" presName="hierRoot1" presStyleCnt="0"/>
      <dgm:spPr/>
    </dgm:pt>
    <dgm:pt modelId="{5929CF9C-E42C-4458-AC17-6BB7C956EBA3}" type="pres">
      <dgm:prSet presAssocID="{C0C48A25-A155-43ED-A3BC-647DD224623C}" presName="composite" presStyleCnt="0"/>
      <dgm:spPr/>
    </dgm:pt>
    <dgm:pt modelId="{B07EC6E0-3B84-42DA-AB89-E138EE2799B3}" type="pres">
      <dgm:prSet presAssocID="{C0C48A25-A155-43ED-A3BC-647DD224623C}" presName="background" presStyleLbl="node0" presStyleIdx="3" presStyleCnt="4"/>
      <dgm:spPr/>
    </dgm:pt>
    <dgm:pt modelId="{823A975D-3F26-43EC-8A44-2B69C3890EEF}" type="pres">
      <dgm:prSet presAssocID="{C0C48A25-A155-43ED-A3BC-647DD224623C}" presName="text" presStyleLbl="fgAcc0" presStyleIdx="3" presStyleCnt="4">
        <dgm:presLayoutVars>
          <dgm:chPref val="3"/>
        </dgm:presLayoutVars>
      </dgm:prSet>
      <dgm:spPr/>
    </dgm:pt>
    <dgm:pt modelId="{549B90E2-9F75-4BCE-958A-220EBB3004F2}" type="pres">
      <dgm:prSet presAssocID="{C0C48A25-A155-43ED-A3BC-647DD224623C}" presName="hierChild2" presStyleCnt="0"/>
      <dgm:spPr/>
    </dgm:pt>
  </dgm:ptLst>
  <dgm:cxnLst>
    <dgm:cxn modelId="{38572924-AE11-40B3-AB08-32EA71B3640B}" type="presOf" srcId="{B51D518B-CFF5-41F9-A90A-EBD7BE893371}" destId="{FA75BF53-6B77-4A6F-8FB6-D0D447378862}" srcOrd="0" destOrd="0" presId="urn:microsoft.com/office/officeart/2005/8/layout/hierarchy1"/>
    <dgm:cxn modelId="{27955542-6FFB-4232-A081-7892AA55A3E0}" type="presOf" srcId="{2C86A27E-BD27-4D8F-83F3-871693B40483}" destId="{FB1FF198-F427-466F-AD25-1BED5774EB3E}" srcOrd="0" destOrd="0" presId="urn:microsoft.com/office/officeart/2005/8/layout/hierarchy1"/>
    <dgm:cxn modelId="{B0CA50B3-7197-47EE-AE0A-982B78186C42}" srcId="{B51D518B-CFF5-41F9-A90A-EBD7BE893371}" destId="{C0C48A25-A155-43ED-A3BC-647DD224623C}" srcOrd="3" destOrd="0" parTransId="{E1E01D0B-A182-4878-A2A8-A848E38BE326}" sibTransId="{5C665BC9-02BA-4947-A885-DDA5184300BF}"/>
    <dgm:cxn modelId="{91F3ABC1-F09B-4A4B-BF35-B7CC259611D2}" type="presOf" srcId="{6398DE17-AA7A-4E5F-A39B-E222F5C88165}" destId="{C7674D2C-6A07-45B6-B8E6-3344E99D40D4}" srcOrd="0" destOrd="0" presId="urn:microsoft.com/office/officeart/2005/8/layout/hierarchy1"/>
    <dgm:cxn modelId="{3432BFCC-27FE-4620-AF8D-92A1E17F52AD}" srcId="{B51D518B-CFF5-41F9-A90A-EBD7BE893371}" destId="{1F4F426A-0AAB-4594-91C5-516F973BFB6C}" srcOrd="1" destOrd="0" parTransId="{71AA157D-EC2C-4504-8A34-D35D61C48CA2}" sibTransId="{073E7A90-88F5-4758-A406-A2DEE3A60864}"/>
    <dgm:cxn modelId="{4732D6E5-9F99-4BF6-AA66-FB3FE2457F16}" srcId="{B51D518B-CFF5-41F9-A90A-EBD7BE893371}" destId="{2C86A27E-BD27-4D8F-83F3-871693B40483}" srcOrd="0" destOrd="0" parTransId="{3D1E62D7-0F0E-4FD1-9A7B-8201E2A9C16A}" sibTransId="{6CB16C8B-0429-4CE3-8F5A-D32FE8667649}"/>
    <dgm:cxn modelId="{D67E2CF2-9B7D-4F08-B45A-F00DDA751D24}" type="presOf" srcId="{1F4F426A-0AAB-4594-91C5-516F973BFB6C}" destId="{E1654664-A51D-49C5-BD01-491E5EA7B03E}" srcOrd="0" destOrd="0" presId="urn:microsoft.com/office/officeart/2005/8/layout/hierarchy1"/>
    <dgm:cxn modelId="{FE8981FA-4227-46FA-BB46-16E0321A217D}" srcId="{B51D518B-CFF5-41F9-A90A-EBD7BE893371}" destId="{6398DE17-AA7A-4E5F-A39B-E222F5C88165}" srcOrd="2" destOrd="0" parTransId="{4FC39E12-E6B2-4D6B-AEFB-521F0E63CE6B}" sibTransId="{8FA844BC-E96C-4E5A-BC46-22498D4E91C4}"/>
    <dgm:cxn modelId="{F9C788FC-1776-4D90-B607-32FAAEFA602D}" type="presOf" srcId="{C0C48A25-A155-43ED-A3BC-647DD224623C}" destId="{823A975D-3F26-43EC-8A44-2B69C3890EEF}" srcOrd="0" destOrd="0" presId="urn:microsoft.com/office/officeart/2005/8/layout/hierarchy1"/>
    <dgm:cxn modelId="{E264B3AD-CBE3-4A6B-8885-5CF66E0275E0}" type="presParOf" srcId="{FA75BF53-6B77-4A6F-8FB6-D0D447378862}" destId="{53C651B4-4E0D-4F22-8D5F-A4C43767D845}" srcOrd="0" destOrd="0" presId="urn:microsoft.com/office/officeart/2005/8/layout/hierarchy1"/>
    <dgm:cxn modelId="{997CEB4E-18F4-4979-B455-E6755037D19F}" type="presParOf" srcId="{53C651B4-4E0D-4F22-8D5F-A4C43767D845}" destId="{0A0892CD-55E7-4021-B063-A73B8F5A6DBA}" srcOrd="0" destOrd="0" presId="urn:microsoft.com/office/officeart/2005/8/layout/hierarchy1"/>
    <dgm:cxn modelId="{B9EB29A9-445A-4C5A-9D8C-DC3575A803D0}" type="presParOf" srcId="{0A0892CD-55E7-4021-B063-A73B8F5A6DBA}" destId="{57474F47-561D-4987-B3FB-98A22BFD761B}" srcOrd="0" destOrd="0" presId="urn:microsoft.com/office/officeart/2005/8/layout/hierarchy1"/>
    <dgm:cxn modelId="{790EAD0B-A778-4E24-9932-5250E9E587F5}" type="presParOf" srcId="{0A0892CD-55E7-4021-B063-A73B8F5A6DBA}" destId="{FB1FF198-F427-466F-AD25-1BED5774EB3E}" srcOrd="1" destOrd="0" presId="urn:microsoft.com/office/officeart/2005/8/layout/hierarchy1"/>
    <dgm:cxn modelId="{83EFFEEB-9A61-45A0-AA75-7B33F4D572E0}" type="presParOf" srcId="{53C651B4-4E0D-4F22-8D5F-A4C43767D845}" destId="{E24EF117-2938-44A5-A9EB-C0F2FAE1D0C1}" srcOrd="1" destOrd="0" presId="urn:microsoft.com/office/officeart/2005/8/layout/hierarchy1"/>
    <dgm:cxn modelId="{8CD98D03-D98B-468A-AE95-79F166B78E45}" type="presParOf" srcId="{FA75BF53-6B77-4A6F-8FB6-D0D447378862}" destId="{B2E3E71C-86E9-43EC-B13A-A6C830AD49E2}" srcOrd="1" destOrd="0" presId="urn:microsoft.com/office/officeart/2005/8/layout/hierarchy1"/>
    <dgm:cxn modelId="{58D11055-CD7F-4188-BA50-E7C949702CBB}" type="presParOf" srcId="{B2E3E71C-86E9-43EC-B13A-A6C830AD49E2}" destId="{EBE825CF-8C7A-42FD-A1F7-292EF1308F16}" srcOrd="0" destOrd="0" presId="urn:microsoft.com/office/officeart/2005/8/layout/hierarchy1"/>
    <dgm:cxn modelId="{8A0E3337-949C-4221-9C59-95991726F315}" type="presParOf" srcId="{EBE825CF-8C7A-42FD-A1F7-292EF1308F16}" destId="{A0230086-296E-4FA3-B68E-F73797610A51}" srcOrd="0" destOrd="0" presId="urn:microsoft.com/office/officeart/2005/8/layout/hierarchy1"/>
    <dgm:cxn modelId="{F2F8E6D7-38BF-400E-AA68-6D8937B13F2C}" type="presParOf" srcId="{EBE825CF-8C7A-42FD-A1F7-292EF1308F16}" destId="{E1654664-A51D-49C5-BD01-491E5EA7B03E}" srcOrd="1" destOrd="0" presId="urn:microsoft.com/office/officeart/2005/8/layout/hierarchy1"/>
    <dgm:cxn modelId="{41F43BFE-F821-4936-8962-3C0846CE2485}" type="presParOf" srcId="{B2E3E71C-86E9-43EC-B13A-A6C830AD49E2}" destId="{8CF54429-5D8E-40B2-9F11-4D4C3504E948}" srcOrd="1" destOrd="0" presId="urn:microsoft.com/office/officeart/2005/8/layout/hierarchy1"/>
    <dgm:cxn modelId="{DA0775DF-F0FC-4880-88D9-A9AB6EDA142A}" type="presParOf" srcId="{FA75BF53-6B77-4A6F-8FB6-D0D447378862}" destId="{A42014D0-5CE7-4754-8B0D-970A30F5D761}" srcOrd="2" destOrd="0" presId="urn:microsoft.com/office/officeart/2005/8/layout/hierarchy1"/>
    <dgm:cxn modelId="{27C19FEE-5266-45B8-AAAA-697B9E7B9FE4}" type="presParOf" srcId="{A42014D0-5CE7-4754-8B0D-970A30F5D761}" destId="{18C02493-93CF-42CC-863C-7CF40BA268E7}" srcOrd="0" destOrd="0" presId="urn:microsoft.com/office/officeart/2005/8/layout/hierarchy1"/>
    <dgm:cxn modelId="{5C57FEB7-C569-4FCD-AF7B-D4A409A32202}" type="presParOf" srcId="{18C02493-93CF-42CC-863C-7CF40BA268E7}" destId="{5B55BEB7-D2A2-4EEE-B39D-E07FF68B43E6}" srcOrd="0" destOrd="0" presId="urn:microsoft.com/office/officeart/2005/8/layout/hierarchy1"/>
    <dgm:cxn modelId="{4D66041E-AF07-4BE9-B76C-3EB9FCBD040A}" type="presParOf" srcId="{18C02493-93CF-42CC-863C-7CF40BA268E7}" destId="{C7674D2C-6A07-45B6-B8E6-3344E99D40D4}" srcOrd="1" destOrd="0" presId="urn:microsoft.com/office/officeart/2005/8/layout/hierarchy1"/>
    <dgm:cxn modelId="{09CB8542-E633-4AEC-BE60-FA458100B97B}" type="presParOf" srcId="{A42014D0-5CE7-4754-8B0D-970A30F5D761}" destId="{CE75CDCD-96D4-4A52-8F3D-F6B7CFD11DFB}" srcOrd="1" destOrd="0" presId="urn:microsoft.com/office/officeart/2005/8/layout/hierarchy1"/>
    <dgm:cxn modelId="{8F8148D9-1D40-4276-A68A-43FC414BF71E}" type="presParOf" srcId="{FA75BF53-6B77-4A6F-8FB6-D0D447378862}" destId="{0C8724B3-3A0B-4801-A654-28E9BA9ADD91}" srcOrd="3" destOrd="0" presId="urn:microsoft.com/office/officeart/2005/8/layout/hierarchy1"/>
    <dgm:cxn modelId="{3D495831-781F-45B1-804F-3FD243AAF84D}" type="presParOf" srcId="{0C8724B3-3A0B-4801-A654-28E9BA9ADD91}" destId="{5929CF9C-E42C-4458-AC17-6BB7C956EBA3}" srcOrd="0" destOrd="0" presId="urn:microsoft.com/office/officeart/2005/8/layout/hierarchy1"/>
    <dgm:cxn modelId="{E108228A-E4E5-44DE-86BA-FA3CA58EFB45}" type="presParOf" srcId="{5929CF9C-E42C-4458-AC17-6BB7C956EBA3}" destId="{B07EC6E0-3B84-42DA-AB89-E138EE2799B3}" srcOrd="0" destOrd="0" presId="urn:microsoft.com/office/officeart/2005/8/layout/hierarchy1"/>
    <dgm:cxn modelId="{BFFB50E2-B3F6-42BA-B610-CE0C8F724945}" type="presParOf" srcId="{5929CF9C-E42C-4458-AC17-6BB7C956EBA3}" destId="{823A975D-3F26-43EC-8A44-2B69C3890EEF}" srcOrd="1" destOrd="0" presId="urn:microsoft.com/office/officeart/2005/8/layout/hierarchy1"/>
    <dgm:cxn modelId="{7672A9F1-F80F-4D6D-978F-3F10A5C6798C}" type="presParOf" srcId="{0C8724B3-3A0B-4801-A654-28E9BA9ADD91}" destId="{549B90E2-9F75-4BCE-958A-220EBB3004F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474F47-561D-4987-B3FB-98A22BFD761B}">
      <dsp:nvSpPr>
        <dsp:cNvPr id="0" name=""/>
        <dsp:cNvSpPr/>
      </dsp:nvSpPr>
      <dsp:spPr>
        <a:xfrm>
          <a:off x="3080" y="1361187"/>
          <a:ext cx="2199649" cy="13967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B1FF198-F427-466F-AD25-1BED5774EB3E}">
      <dsp:nvSpPr>
        <dsp:cNvPr id="0" name=""/>
        <dsp:cNvSpPr/>
      </dsp:nvSpPr>
      <dsp:spPr>
        <a:xfrm>
          <a:off x="247486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l-SI" sz="2400" kern="1200"/>
            <a:t>Ustvarjen leta 1995</a:t>
          </a:r>
          <a:endParaRPr lang="en-US" sz="2400" kern="1200"/>
        </a:p>
      </dsp:txBody>
      <dsp:txXfrm>
        <a:off x="288396" y="1634282"/>
        <a:ext cx="2117829" cy="1314957"/>
      </dsp:txXfrm>
    </dsp:sp>
    <dsp:sp modelId="{A0230086-296E-4FA3-B68E-F73797610A51}">
      <dsp:nvSpPr>
        <dsp:cNvPr id="0" name=""/>
        <dsp:cNvSpPr/>
      </dsp:nvSpPr>
      <dsp:spPr>
        <a:xfrm>
          <a:off x="2691541" y="1361187"/>
          <a:ext cx="2199649" cy="13967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1654664-A51D-49C5-BD01-491E5EA7B03E}">
      <dsp:nvSpPr>
        <dsp:cNvPr id="0" name=""/>
        <dsp:cNvSpPr/>
      </dsp:nvSpPr>
      <dsp:spPr>
        <a:xfrm>
          <a:off x="2935947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l-SI" sz="2400" kern="1200"/>
            <a:t>Avtor: </a:t>
          </a:r>
          <a:r>
            <a:rPr lang="sl-SI" sz="2400" b="1" kern="1200"/>
            <a:t>Brendan Eich</a:t>
          </a:r>
          <a:endParaRPr lang="en-US" sz="2400" kern="1200"/>
        </a:p>
      </dsp:txBody>
      <dsp:txXfrm>
        <a:off x="2976857" y="1634282"/>
        <a:ext cx="2117829" cy="1314957"/>
      </dsp:txXfrm>
    </dsp:sp>
    <dsp:sp modelId="{5B55BEB7-D2A2-4EEE-B39D-E07FF68B43E6}">
      <dsp:nvSpPr>
        <dsp:cNvPr id="0" name=""/>
        <dsp:cNvSpPr/>
      </dsp:nvSpPr>
      <dsp:spPr>
        <a:xfrm>
          <a:off x="5380002" y="1361187"/>
          <a:ext cx="2199649" cy="13967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7674D2C-6A07-45B6-B8E6-3344E99D40D4}">
      <dsp:nvSpPr>
        <dsp:cNvPr id="0" name=""/>
        <dsp:cNvSpPr/>
      </dsp:nvSpPr>
      <dsp:spPr>
        <a:xfrm>
          <a:off x="5624408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l-SI" sz="2400" kern="1200"/>
            <a:t>Razvit pri podjetju </a:t>
          </a:r>
          <a:r>
            <a:rPr lang="sl-SI" sz="2400" b="1" kern="1200"/>
            <a:t>Netscape</a:t>
          </a:r>
          <a:endParaRPr lang="en-US" sz="2400" kern="1200"/>
        </a:p>
      </dsp:txBody>
      <dsp:txXfrm>
        <a:off x="5665318" y="1634282"/>
        <a:ext cx="2117829" cy="1314957"/>
      </dsp:txXfrm>
    </dsp:sp>
    <dsp:sp modelId="{B07EC6E0-3B84-42DA-AB89-E138EE2799B3}">
      <dsp:nvSpPr>
        <dsp:cNvPr id="0" name=""/>
        <dsp:cNvSpPr/>
      </dsp:nvSpPr>
      <dsp:spPr>
        <a:xfrm>
          <a:off x="8068463" y="1361187"/>
          <a:ext cx="2199649" cy="13967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23A975D-3F26-43EC-8A44-2B69C3890EEF}">
      <dsp:nvSpPr>
        <dsp:cNvPr id="0" name=""/>
        <dsp:cNvSpPr/>
      </dsp:nvSpPr>
      <dsp:spPr>
        <a:xfrm>
          <a:off x="8312869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l-SI" sz="2400" kern="1200"/>
            <a:t>Standardiziran kot </a:t>
          </a:r>
          <a:r>
            <a:rPr lang="sl-SI" sz="2400" b="1" kern="1200"/>
            <a:t>ECMAScript</a:t>
          </a:r>
          <a:endParaRPr lang="en-US" sz="2400" kern="1200"/>
        </a:p>
      </dsp:txBody>
      <dsp:txXfrm>
        <a:off x="8353779" y="1634282"/>
        <a:ext cx="2117829" cy="13149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glav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Označba mesta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A83A16-51EB-435B-BD34-0A305D709F14}" type="datetimeFigureOut">
              <a:rPr lang="sl-SI" smtClean="0"/>
              <a:t>18. 02. 2026</a:t>
            </a:fld>
            <a:endParaRPr lang="sl-SI"/>
          </a:p>
        </p:txBody>
      </p:sp>
      <p:sp>
        <p:nvSpPr>
          <p:cNvPr id="4" name="Označba mesta stranske slik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l-SI"/>
          </a:p>
        </p:txBody>
      </p:sp>
      <p:sp>
        <p:nvSpPr>
          <p:cNvPr id="5" name="Označba mesta opomb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6" name="Označba mesta no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7" name="Označba mesta številke diapoz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241CF0-548A-4DC1-8FB4-881B8136B04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198300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41CF0-548A-4DC1-8FB4-881B8136B044}" type="slidenum">
              <a:rPr lang="sl-SI" smtClean="0"/>
              <a:t>3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093860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073069D-80FD-9950-F9E4-B7C6D685A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103B2B50-7413-0376-30C6-54828A38AB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l-SI"/>
              <a:t>Kliknite, če želite urediti slog podnaslova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539D387D-4062-598A-44F4-3A170DCFD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7D24-3E92-42A5-9610-D92483838563}" type="datetimeFigureOut">
              <a:rPr lang="sl-SI" smtClean="0"/>
              <a:t>17. 02. 2026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DF5F5EFE-B487-ADAD-EBB1-4131FE129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333B223A-48A0-34E9-B41F-58E7B6EBD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5A290-D394-4405-B859-A7714897599C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85861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A92963D-804F-A2AC-CCA2-C71B0A1F1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F0662292-7D78-982B-4756-4AEA44A7E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E9565840-CD11-249E-0AB9-0D2FBCE3D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7D24-3E92-42A5-9610-D92483838563}" type="datetimeFigureOut">
              <a:rPr lang="sl-SI" smtClean="0"/>
              <a:t>17. 02. 2026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D01CF342-6BF7-3441-4722-5F3E0B7E8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28427087-1582-E01E-C24B-2E553D55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5A290-D394-4405-B859-A7714897599C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618813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DB51286-8F0A-2489-1322-436A91F16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4FA438AB-E18D-4FAD-C7B6-610C445B9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DD93E379-CC7F-CEA4-0E48-7C1B6E1DB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7D24-3E92-42A5-9610-D92483838563}" type="datetimeFigureOut">
              <a:rPr lang="sl-SI" smtClean="0"/>
              <a:t>17. 02. 2026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15A48213-6EB9-F21A-1CFD-4D0754400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8D9BE253-1091-5A1A-B9A4-ED395AFC0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5A290-D394-4405-B859-A7714897599C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002822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BC26DB3-2BF3-63DF-438D-7CC4D73A3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6496040-1863-D926-06FB-7991776F2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EE540B11-3B53-28DA-E916-0CBDCE766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DB026BAB-8FE0-BAA0-0EAB-34C7372FA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7D24-3E92-42A5-9610-D92483838563}" type="datetimeFigureOut">
              <a:rPr lang="sl-SI" smtClean="0"/>
              <a:t>17. 02. 2026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46523B32-8FEF-DEC6-D43F-98F6C32B7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12E4EF12-E669-1CC6-3F23-E05E8BD13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5A290-D394-4405-B859-A7714897599C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814454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A505C4B-3AFF-E4E9-7EE2-7070060CD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114841F3-2C7A-347D-5374-026CD5F45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85B54A45-A8B5-332D-7464-E93D9CA6BA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besedila 4">
            <a:extLst>
              <a:ext uri="{FF2B5EF4-FFF2-40B4-BE49-F238E27FC236}">
                <a16:creationId xmlns:a16="http://schemas.microsoft.com/office/drawing/2014/main" id="{5C074891-1120-DFDE-D104-4833806EDA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6" name="Označba mesta vsebine 5">
            <a:extLst>
              <a:ext uri="{FF2B5EF4-FFF2-40B4-BE49-F238E27FC236}">
                <a16:creationId xmlns:a16="http://schemas.microsoft.com/office/drawing/2014/main" id="{EE3E88A1-10E1-AE13-F419-3A0CE614D2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7" name="Označba mesta datuma 6">
            <a:extLst>
              <a:ext uri="{FF2B5EF4-FFF2-40B4-BE49-F238E27FC236}">
                <a16:creationId xmlns:a16="http://schemas.microsoft.com/office/drawing/2014/main" id="{DE8208BE-0E02-7C76-4AF1-9EA199DFE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7D24-3E92-42A5-9610-D92483838563}" type="datetimeFigureOut">
              <a:rPr lang="sl-SI" smtClean="0"/>
              <a:t>17. 02. 2026</a:t>
            </a:fld>
            <a:endParaRPr lang="sl-SI"/>
          </a:p>
        </p:txBody>
      </p:sp>
      <p:sp>
        <p:nvSpPr>
          <p:cNvPr id="8" name="Označba mesta noge 7">
            <a:extLst>
              <a:ext uri="{FF2B5EF4-FFF2-40B4-BE49-F238E27FC236}">
                <a16:creationId xmlns:a16="http://schemas.microsoft.com/office/drawing/2014/main" id="{94E2C621-5E30-1AF0-8679-806DB3874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Označba mesta številke diapozitiva 8">
            <a:extLst>
              <a:ext uri="{FF2B5EF4-FFF2-40B4-BE49-F238E27FC236}">
                <a16:creationId xmlns:a16="http://schemas.microsoft.com/office/drawing/2014/main" id="{8072C810-5906-9749-FBEC-0480A7122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5A290-D394-4405-B859-A7714897599C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436548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8C2315A-C977-F2DD-B4E5-1A8B04D38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61E113A0-0589-A939-B699-448C81E0D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7D24-3E92-42A5-9610-D92483838563}" type="datetimeFigureOut">
              <a:rPr lang="sl-SI" smtClean="0"/>
              <a:t>17. 02. 2026</a:t>
            </a:fld>
            <a:endParaRPr lang="sl-SI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D97C2E07-8567-6E86-2013-2B774A037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C66A9D9A-56AF-FB9C-3AD6-6E0F35905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5A290-D394-4405-B859-A7714897599C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707352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datuma 1">
            <a:extLst>
              <a:ext uri="{FF2B5EF4-FFF2-40B4-BE49-F238E27FC236}">
                <a16:creationId xmlns:a16="http://schemas.microsoft.com/office/drawing/2014/main" id="{1E9744B0-BECE-1147-D843-CCF2AF80C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7D24-3E92-42A5-9610-D92483838563}" type="datetimeFigureOut">
              <a:rPr lang="sl-SI" smtClean="0"/>
              <a:t>17. 02. 2026</a:t>
            </a:fld>
            <a:endParaRPr lang="sl-SI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409428B9-DB8A-19FB-FF42-8EBEA7737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D19E9151-CE6D-9964-42AA-D60CFA337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5A290-D394-4405-B859-A7714897599C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33031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C4A5188-3024-A068-8213-B1BEDE25D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2AE21A4-E49C-9F77-5263-254D88403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073BB65F-D64D-93FE-8CAB-A147C5E4C9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8914CA16-DA64-1935-88AD-0F33903A2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7D24-3E92-42A5-9610-D92483838563}" type="datetimeFigureOut">
              <a:rPr lang="sl-SI" smtClean="0"/>
              <a:t>17. 02. 2026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3C14AB0A-AC9F-159D-EA6D-B43808780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EDF3528A-4931-2598-F14A-1515333FA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5A290-D394-4405-B859-A7714897599C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3044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15E4109-6EE2-E00D-E68E-B6B171748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slike 2">
            <a:extLst>
              <a:ext uri="{FF2B5EF4-FFF2-40B4-BE49-F238E27FC236}">
                <a16:creationId xmlns:a16="http://schemas.microsoft.com/office/drawing/2014/main" id="{8A8DE0E9-8528-1A77-EF16-A3D23B1AAB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l-SI"/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BC00D25D-B47A-788E-9565-DD156831E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086803A2-7C52-65A1-B791-1C2BA4CB7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7D24-3E92-42A5-9610-D92483838563}" type="datetimeFigureOut">
              <a:rPr lang="sl-SI" smtClean="0"/>
              <a:t>17. 02. 2026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E8A40BF8-5F99-5F8E-7FFA-9BDC55C67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754F48A4-4BF4-9B55-2DB2-4D6D1B821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5A290-D394-4405-B859-A7714897599C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591237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1149F22-F41A-D2E8-055E-5FED64040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50DC5B99-9BC0-627A-4344-01D52FBCF8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92F8E8DF-6454-EC80-B981-7E28BB605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7D24-3E92-42A5-9610-D92483838563}" type="datetimeFigureOut">
              <a:rPr lang="sl-SI" smtClean="0"/>
              <a:t>17. 02. 2026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7E2EBD83-9E03-51CE-C0AD-F0DD76ADB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ACD92891-D40C-A8FC-5618-DAD13F07F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5A290-D394-4405-B859-A7714897599C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131162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pični naslov 1">
            <a:extLst>
              <a:ext uri="{FF2B5EF4-FFF2-40B4-BE49-F238E27FC236}">
                <a16:creationId xmlns:a16="http://schemas.microsoft.com/office/drawing/2014/main" id="{3481F504-DADF-6B27-83F8-1EDA557DFD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77B452DD-8CD6-B64A-6289-F4E5333399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44FEB54C-A8D3-ABE3-B4BC-A46AB7F5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7D24-3E92-42A5-9610-D92483838563}" type="datetimeFigureOut">
              <a:rPr lang="sl-SI" smtClean="0"/>
              <a:t>17. 02. 2026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49BB8221-7603-5930-3CC4-DE03198D9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D628C09B-3D43-FA96-C9A7-EDEF85A42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5A290-D394-4405-B859-A7714897599C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47003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naslova 1">
            <a:extLst>
              <a:ext uri="{FF2B5EF4-FFF2-40B4-BE49-F238E27FC236}">
                <a16:creationId xmlns:a16="http://schemas.microsoft.com/office/drawing/2014/main" id="{C0DB92F9-E3D5-2A03-6310-046D665F8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4DDE1F4D-6F58-DB5B-AB7F-B1AA4F955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3091EA3D-2E77-AA37-3F84-B5130FD031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EE7D24-3E92-42A5-9610-D92483838563}" type="datetimeFigureOut">
              <a:rPr lang="sl-SI" smtClean="0"/>
              <a:t>17. 02. 2026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FB5E5504-350C-B1C3-6EC7-C9FAC51549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3B2CCCAB-8FF8-BD7E-CC91-19C8AD0A51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E5A290-D394-4405-B859-A7714897599C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114755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lika 10" descr="Slika, ki vsebuje besede besedilo, posnetek zaslona, pisava, številka&#10;&#10;Vsebina, ustvarjena z UI, morda ni pravilna.">
            <a:extLst>
              <a:ext uri="{FF2B5EF4-FFF2-40B4-BE49-F238E27FC236}">
                <a16:creationId xmlns:a16="http://schemas.microsoft.com/office/drawing/2014/main" id="{E73153B5-3075-33BC-7286-652C6199D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07441">
            <a:off x="-1208786" y="1390038"/>
            <a:ext cx="5953253" cy="6079760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C380F50C-3244-11D7-CC07-16FF75D853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l-SI" dirty="0" err="1"/>
              <a:t>Javascript</a:t>
            </a:r>
            <a:endParaRPr lang="sl-SI" dirty="0"/>
          </a:p>
        </p:txBody>
      </p:sp>
      <p:sp>
        <p:nvSpPr>
          <p:cNvPr id="5" name="PoljeZBesedilom 4">
            <a:extLst>
              <a:ext uri="{FF2B5EF4-FFF2-40B4-BE49-F238E27FC236}">
                <a16:creationId xmlns:a16="http://schemas.microsoft.com/office/drawing/2014/main" id="{1484C28A-CAD9-040D-5B97-3E399DCDE955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sl-SI" dirty="0"/>
          </a:p>
        </p:txBody>
      </p:sp>
      <p:sp>
        <p:nvSpPr>
          <p:cNvPr id="7" name="PoljeZBesedilom 6">
            <a:extLst>
              <a:ext uri="{FF2B5EF4-FFF2-40B4-BE49-F238E27FC236}">
                <a16:creationId xmlns:a16="http://schemas.microsoft.com/office/drawing/2014/main" id="{A949A474-9C93-29E7-F1EE-1A6A10635DE5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sl-SI" dirty="0"/>
          </a:p>
        </p:txBody>
      </p:sp>
      <p:sp>
        <p:nvSpPr>
          <p:cNvPr id="9" name="PoljeZBesedilom 8">
            <a:extLst>
              <a:ext uri="{FF2B5EF4-FFF2-40B4-BE49-F238E27FC236}">
                <a16:creationId xmlns:a16="http://schemas.microsoft.com/office/drawing/2014/main" id="{D1D69C85-7C2C-FB6D-DA95-A9F545E03E33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sl-SI" dirty="0"/>
          </a:p>
        </p:txBody>
      </p:sp>
      <p:pic>
        <p:nvPicPr>
          <p:cNvPr id="12" name="Slika 11" descr="Slika, ki vsebuje besede besedilo, posnetek zaslona, pisava, številka&#10;&#10;Vsebina, ustvarjena z UI, morda ni pravilna.">
            <a:extLst>
              <a:ext uri="{FF2B5EF4-FFF2-40B4-BE49-F238E27FC236}">
                <a16:creationId xmlns:a16="http://schemas.microsoft.com/office/drawing/2014/main" id="{2A07A042-A71C-A2B1-29AC-E110A8CFA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326756">
            <a:off x="7782812" y="1974317"/>
            <a:ext cx="5953253" cy="6079760"/>
          </a:xfrm>
          <a:prstGeom prst="rect">
            <a:avLst/>
          </a:prstGeom>
        </p:spPr>
      </p:pic>
      <p:sp>
        <p:nvSpPr>
          <p:cNvPr id="14" name="Podnaslov 13">
            <a:extLst>
              <a:ext uri="{FF2B5EF4-FFF2-40B4-BE49-F238E27FC236}">
                <a16:creationId xmlns:a16="http://schemas.microsoft.com/office/drawing/2014/main" id="{84287CA6-0A08-F942-28F1-0ECD9B2F21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204949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4ADBBDD6-455F-A643-9537-298FD17CF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sl-SI" sz="5400" dirty="0"/>
              <a:t>Kaj je JavaScript?</a:t>
            </a:r>
          </a:p>
        </p:txBody>
      </p:sp>
      <p:sp>
        <p:nvSpPr>
          <p:cNvPr id="103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01CBA04-5876-B5F7-D66A-7B878FB65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sl-SI" sz="2200"/>
              <a:t>JavaScript je visokonivojski programski jezik</a:t>
            </a:r>
          </a:p>
          <a:p>
            <a:r>
              <a:rPr lang="sl-SI" sz="2200"/>
              <a:t>Uporablja se predvsem za razvoj spletnih strani</a:t>
            </a:r>
          </a:p>
          <a:p>
            <a:r>
              <a:rPr lang="sl-SI" sz="2200"/>
              <a:t>Omogoča interaktivnost na spletnih straneh</a:t>
            </a:r>
          </a:p>
          <a:p>
            <a:r>
              <a:rPr lang="sl-SI" sz="2200"/>
              <a:t>Deluje v brskalniku uporabnika</a:t>
            </a:r>
          </a:p>
        </p:txBody>
      </p:sp>
      <p:pic>
        <p:nvPicPr>
          <p:cNvPr id="1027" name="Picture 3" descr="JavaScript - Simple English Wikipedia, the free encyclopedia">
            <a:extLst>
              <a:ext uri="{FF2B5EF4-FFF2-40B4-BE49-F238E27FC236}">
                <a16:creationId xmlns:a16="http://schemas.microsoft.com/office/drawing/2014/main" id="{EDEAA179-5091-57E2-605A-134954FF7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6648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B001B27-90AC-D589-7EAF-F29B1DD4CE7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3743" b="125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24B2E996-D557-80B5-CB64-32C91A90E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l-SI"/>
              <a:t>Zgodovina JavaScripta</a:t>
            </a:r>
            <a:endParaRPr lang="sl-SI" dirty="0"/>
          </a:p>
        </p:txBody>
      </p:sp>
      <p:graphicFrame>
        <p:nvGraphicFramePr>
          <p:cNvPr id="20" name="Označba mesta vsebine 2">
            <a:extLst>
              <a:ext uri="{FF2B5EF4-FFF2-40B4-BE49-F238E27FC236}">
                <a16:creationId xmlns:a16="http://schemas.microsoft.com/office/drawing/2014/main" id="{F62A99BF-07C8-44D4-422C-7E30A9D640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794126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PoljeZBesedilom 6">
            <a:extLst>
              <a:ext uri="{FF2B5EF4-FFF2-40B4-BE49-F238E27FC236}">
                <a16:creationId xmlns:a16="http://schemas.microsoft.com/office/drawing/2014/main" id="{28E81853-4093-DC47-6D94-0E6DFE6F4637}"/>
              </a:ext>
            </a:extLst>
          </p:cNvPr>
          <p:cNvSpPr txBox="1"/>
          <p:nvPr/>
        </p:nvSpPr>
        <p:spPr>
          <a:xfrm>
            <a:off x="9620451" y="4884420"/>
            <a:ext cx="2152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Tudi Living standard</a:t>
            </a:r>
          </a:p>
        </p:txBody>
      </p:sp>
    </p:spTree>
    <p:extLst>
      <p:ext uri="{BB962C8B-B14F-4D97-AF65-F5344CB8AC3E}">
        <p14:creationId xmlns:p14="http://schemas.microsoft.com/office/powerpoint/2010/main" val="3192701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20A0C06A-2B2A-1871-B3D4-7082FE82E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Primer </a:t>
            </a:r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kode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Označba mesta vsebine 4" descr="Slika, ki vsebuje besede besedilo, posnetek zaslona, pisava, bela&#10;&#10;Vsebina, ustvarjena z UI, morda ni pravilna.">
            <a:extLst>
              <a:ext uri="{FF2B5EF4-FFF2-40B4-BE49-F238E27FC236}">
                <a16:creationId xmlns:a16="http://schemas.microsoft.com/office/drawing/2014/main" id="{A2F26976-B482-0861-8AB8-75FA9FA18C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209304"/>
            <a:ext cx="10905066" cy="332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236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6DD554-12F6-2CA0-D2C9-BEF324B09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1D24AB8-CC0B-2710-07EB-C71B9197E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6A76DBF0-A9FC-362D-0D1A-37AD51676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Primer </a:t>
            </a:r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kode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08A81E3B-D512-FA13-18FE-08B4FC4088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3467" y="2209304"/>
            <a:ext cx="10905066" cy="332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423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393650-31CA-2905-9A80-36FBDBDE4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CDE8401-1852-D35D-C5E7-18293F845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306FB9CC-A113-77C6-05D1-3DA4357C9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Primer </a:t>
            </a:r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kode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Označba mesta vsebine 4" descr="Slika, ki vsebuje besede besedilo, posnetek zaslona, pisava, bela&#10;&#10;Vsebina, ustvarjena z UI, morda ni pravilna.">
            <a:extLst>
              <a:ext uri="{FF2B5EF4-FFF2-40B4-BE49-F238E27FC236}">
                <a16:creationId xmlns:a16="http://schemas.microsoft.com/office/drawing/2014/main" id="{D8458791-5F72-9D7D-74B5-C3AE26B632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209304"/>
            <a:ext cx="10905066" cy="3326044"/>
          </a:xfrm>
          <a:prstGeom prst="rect">
            <a:avLst/>
          </a:prstGeom>
        </p:spPr>
      </p:pic>
      <p:pic>
        <p:nvPicPr>
          <p:cNvPr id="3" name="Slika 2">
            <a:extLst>
              <a:ext uri="{FF2B5EF4-FFF2-40B4-BE49-F238E27FC236}">
                <a16:creationId xmlns:a16="http://schemas.microsoft.com/office/drawing/2014/main" id="{D844E2A8-32FF-90F2-082A-8CD2A6E62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0963" y="1915663"/>
            <a:ext cx="10525665" cy="3745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674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5AD0E6-FB65-CE6A-DEAA-AF17FAB48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CB4A9E50-0B7F-2514-E6A0-DDEA512A5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Primer kode</a:t>
            </a:r>
          </a:p>
        </p:txBody>
      </p:sp>
      <p:pic>
        <p:nvPicPr>
          <p:cNvPr id="11" name="Označba mesta vsebine 10" descr="Slika, ki vsebuje besede besedilo, posnetek zaslona, programska oprema, pisava&#10;&#10;Vsebina, ustvarjena z UI, morda ni pravilna.">
            <a:extLst>
              <a:ext uri="{FF2B5EF4-FFF2-40B4-BE49-F238E27FC236}">
                <a16:creationId xmlns:a16="http://schemas.microsoft.com/office/drawing/2014/main" id="{2A9D82EB-9A74-87C3-B7D3-4476922CDF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2352" y="1675227"/>
            <a:ext cx="6167296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220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790360-0BAD-CB35-8491-FF33E2230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45B13606-56AF-CC29-4587-D8F71A90C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Primer kode</a:t>
            </a:r>
          </a:p>
        </p:txBody>
      </p:sp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9381841F-21CB-1AF9-459F-1394EFB195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3467" y="1950309"/>
            <a:ext cx="10905066" cy="384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956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E373D8-BFBC-494A-5D82-D72BA5C46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6D29AABB-F320-9AA2-36B5-92A1B657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Primer kode</a:t>
            </a:r>
          </a:p>
        </p:txBody>
      </p:sp>
      <p:pic>
        <p:nvPicPr>
          <p:cNvPr id="5" name="Označba mesta vsebine 4" descr="Slika, ki vsebuje besede besedilo, posnetek zaslona, pisava, bela&#10;&#10;Vsebina, ustvarjena z UI, morda ni pravilna.">
            <a:extLst>
              <a:ext uri="{FF2B5EF4-FFF2-40B4-BE49-F238E27FC236}">
                <a16:creationId xmlns:a16="http://schemas.microsoft.com/office/drawing/2014/main" id="{4A4CBE20-A00D-D6BD-6539-26F6A7F4D1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113885"/>
            <a:ext cx="10905066" cy="3516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204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906DBF-440A-B39E-9F1E-15618AAEF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61C91619-6A89-500F-BF08-1B79C98D8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Primer kode</a:t>
            </a:r>
          </a:p>
        </p:txBody>
      </p:sp>
      <p:pic>
        <p:nvPicPr>
          <p:cNvPr id="5" name="Označba mesta vsebine 4" descr="Slika, ki vsebuje besede besedilo, posnetek zaslona, pisava, oblikovanje&#10;&#10;Vsebina, ustvarjena z UI, morda ni pravilna.">
            <a:extLst>
              <a:ext uri="{FF2B5EF4-FFF2-40B4-BE49-F238E27FC236}">
                <a16:creationId xmlns:a16="http://schemas.microsoft.com/office/drawing/2014/main" id="{F1758AC2-BC38-B96C-5CD2-E48FE7DF21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0802" y="1675227"/>
            <a:ext cx="9930395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747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DA8C6B-B007-F724-B2A8-CDE0EC713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216B094C-DFA7-3BC9-2D0D-064D3D1B6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Primer kode</a:t>
            </a:r>
          </a:p>
        </p:txBody>
      </p:sp>
      <p:pic>
        <p:nvPicPr>
          <p:cNvPr id="5" name="Označba mesta vsebine 4" descr="Slika, ki vsebuje besede besedilo, posnetek zaslona, pisava, bela&#10;&#10;Vsebina, ustvarjena z UI, morda ni pravilna.">
            <a:extLst>
              <a:ext uri="{FF2B5EF4-FFF2-40B4-BE49-F238E27FC236}">
                <a16:creationId xmlns:a16="http://schemas.microsoft.com/office/drawing/2014/main" id="{5C823FC3-122C-F336-A6B3-C649157BE1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113885"/>
            <a:ext cx="10905066" cy="3516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64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295019-C0C9-4966-54DB-C78AAB3C3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53053B8D-B0DA-2A00-0CB5-282CF4BC4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Primer kode</a:t>
            </a:r>
          </a:p>
        </p:txBody>
      </p:sp>
      <p:pic>
        <p:nvPicPr>
          <p:cNvPr id="7" name="Označba mesta vsebine 6" descr="Slika, ki vsebuje besede besedilo, posnetek zaslona, pisava, vrstica&#10;&#10;Vsebina, ustvarjena z UI, morda ni pravilna.">
            <a:extLst>
              <a:ext uri="{FF2B5EF4-FFF2-40B4-BE49-F238E27FC236}">
                <a16:creationId xmlns:a16="http://schemas.microsoft.com/office/drawing/2014/main" id="{CD3A085B-9C3F-62F7-47FA-BE4EEA4306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786733"/>
            <a:ext cx="10905066" cy="417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726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B0C1CF-E86B-11C8-7F0B-471DE050B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8C0FF18-5174-D09F-4EED-0CB6C614C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CB3AEF30-5DD3-2066-03EA-CA8CC741E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Primer kode</a:t>
            </a:r>
          </a:p>
        </p:txBody>
      </p:sp>
      <p:pic>
        <p:nvPicPr>
          <p:cNvPr id="5" name="Označba mesta vsebine 4" descr="Slika, ki vsebuje besede besedilo, posnetek zaslona, pisava, vrstica&#10;&#10;Vsebina, ustvarjena z UI, morda ni pravilna.">
            <a:extLst>
              <a:ext uri="{FF2B5EF4-FFF2-40B4-BE49-F238E27FC236}">
                <a16:creationId xmlns:a16="http://schemas.microsoft.com/office/drawing/2014/main" id="{35D81CEF-478F-78AF-665A-5EE55A73DE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90185"/>
            <a:ext cx="10515600" cy="402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489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044C04-A48D-4D36-D8AC-367B936D0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4CF6D49-BFE9-2181-3536-363B439C9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E6D92480-5896-4CC4-5A12-8760C9937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Primer kode</a:t>
            </a:r>
          </a:p>
        </p:txBody>
      </p:sp>
      <p:pic>
        <p:nvPicPr>
          <p:cNvPr id="11" name="Označba mesta vsebine 10" descr="Slika, ki vsebuje besede besedilo, posnetek zaslona, pisava, oblikovanje&#10;&#10;Vsebina, ustvarjena z UI, morda ni pravilna.">
            <a:extLst>
              <a:ext uri="{FF2B5EF4-FFF2-40B4-BE49-F238E27FC236}">
                <a16:creationId xmlns:a16="http://schemas.microsoft.com/office/drawing/2014/main" id="{23BAF32D-B0B7-7C65-B36E-A33B920802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1229" y="1825625"/>
            <a:ext cx="1030954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226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ED34C1-93A5-93BC-23BF-471067DD4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540C7DA-86C2-7BEA-FC54-A746281EB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45F93F7B-D899-D107-2BBF-1CBFAE746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Primer kode</a:t>
            </a:r>
          </a:p>
        </p:txBody>
      </p:sp>
      <p:pic>
        <p:nvPicPr>
          <p:cNvPr id="5" name="Označba mesta vsebine 4" descr="Slika, ki vsebuje besede besedilo, posnetek zaslona, pisava, vrstica&#10;&#10;Vsebina, ustvarjena z UI, morda ni pravilna.">
            <a:extLst>
              <a:ext uri="{FF2B5EF4-FFF2-40B4-BE49-F238E27FC236}">
                <a16:creationId xmlns:a16="http://schemas.microsoft.com/office/drawing/2014/main" id="{5692D299-F761-F901-0331-986D0B5A86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90185"/>
            <a:ext cx="10515600" cy="402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086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DED245-0744-2632-5AD7-77520A169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2A4FC6C-F953-A339-2DBC-0CB942E1E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C709ED7B-757D-F712-AC71-89C7A1A15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Primer kode</a:t>
            </a:r>
          </a:p>
        </p:txBody>
      </p:sp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7057A79E-77CC-278B-BCC9-BD7EAD5C8B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40181" y="1825625"/>
            <a:ext cx="89116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831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A962D7-876A-0E67-6D40-D3722A3DD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8F1FB49-6D6A-12D3-4B79-7746BAE85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F0893115-3F3A-6EA1-1F2A-49D486CBD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Primer kode</a:t>
            </a:r>
          </a:p>
        </p:txBody>
      </p:sp>
      <p:pic>
        <p:nvPicPr>
          <p:cNvPr id="11" name="Označba mesta vsebine 10" descr="Slika, ki vsebuje besede besedilo, posnetek zaslona, pisava, vrstica&#10;&#10;Vsebina, ustvarjena z UI, morda ni pravilna.">
            <a:extLst>
              <a:ext uri="{FF2B5EF4-FFF2-40B4-BE49-F238E27FC236}">
                <a16:creationId xmlns:a16="http://schemas.microsoft.com/office/drawing/2014/main" id="{33DCEBE4-46F9-0A0B-86BF-335C49B7EF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9234" y="1825625"/>
            <a:ext cx="983353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132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88381C-310E-FD6F-9354-99BDA96E7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F31A934-4C78-1B18-D989-C26A43F28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6B409EC2-DE9D-06E7-981F-2184501CF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Primer kode</a:t>
            </a:r>
          </a:p>
        </p:txBody>
      </p:sp>
      <p:pic>
        <p:nvPicPr>
          <p:cNvPr id="11" name="Označba mesta vsebine 10">
            <a:extLst>
              <a:ext uri="{FF2B5EF4-FFF2-40B4-BE49-F238E27FC236}">
                <a16:creationId xmlns:a16="http://schemas.microsoft.com/office/drawing/2014/main" id="{752B4642-775B-71A4-B22F-EAE68612C1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9234" y="1825625"/>
            <a:ext cx="9833532" cy="4351338"/>
          </a:xfrm>
          <a:prstGeom prst="rect">
            <a:avLst/>
          </a:prstGeom>
        </p:spPr>
      </p:pic>
      <p:sp>
        <p:nvSpPr>
          <p:cNvPr id="6" name="PoljeZBesedilom 5">
            <a:extLst>
              <a:ext uri="{FF2B5EF4-FFF2-40B4-BE49-F238E27FC236}">
                <a16:creationId xmlns:a16="http://schemas.microsoft.com/office/drawing/2014/main" id="{863E0788-BCB1-A0E3-08F9-3395435E0532}"/>
              </a:ext>
            </a:extLst>
          </p:cNvPr>
          <p:cNvSpPr txBox="1"/>
          <p:nvPr/>
        </p:nvSpPr>
        <p:spPr>
          <a:xfrm>
            <a:off x="2446020" y="55760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dirty="0"/>
              <a:t>Primer stroge enakosti </a:t>
            </a:r>
          </a:p>
        </p:txBody>
      </p:sp>
    </p:spTree>
    <p:extLst>
      <p:ext uri="{BB962C8B-B14F-4D97-AF65-F5344CB8AC3E}">
        <p14:creationId xmlns:p14="http://schemas.microsoft.com/office/powerpoint/2010/main" val="4001839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09BCBD-D4CF-E029-5B6A-458CC0D62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83544EE-FBF6-2294-A68A-61C7AE241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11F162EB-3FB0-662A-8F04-CECB4ECB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Primer kode</a:t>
            </a:r>
          </a:p>
        </p:txBody>
      </p:sp>
      <p:pic>
        <p:nvPicPr>
          <p:cNvPr id="5" name="Označba mesta vsebine 4" descr="Slika, ki vsebuje besede besedilo, posnetek zaslona, pisava&#10;&#10;Vsebina, ustvarjena z UI, morda ni pravilna.">
            <a:extLst>
              <a:ext uri="{FF2B5EF4-FFF2-40B4-BE49-F238E27FC236}">
                <a16:creationId xmlns:a16="http://schemas.microsoft.com/office/drawing/2014/main" id="{1EE1C068-CDE3-03C9-9EBE-4333F57D60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3090" y="1825625"/>
            <a:ext cx="834582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4457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C329BC-9527-17E0-DCF0-88B55227A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DFC1604-F8ED-8951-0943-1BD88DCB8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03D6EDA8-F64A-F3CA-B355-383C43F6C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Primer kode</a:t>
            </a:r>
          </a:p>
        </p:txBody>
      </p:sp>
      <p:pic>
        <p:nvPicPr>
          <p:cNvPr id="6" name="Označba mesta vsebine 5" descr="Slika, ki vsebuje besede besedilo, posnetek zaslona, pisava, številka&#10;&#10;Vsebina, ustvarjena z UI, morda ni pravilna.">
            <a:extLst>
              <a:ext uri="{FF2B5EF4-FFF2-40B4-BE49-F238E27FC236}">
                <a16:creationId xmlns:a16="http://schemas.microsoft.com/office/drawing/2014/main" id="{95724305-DC58-FAD5-43BC-AC9712080D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1201" y="1825625"/>
            <a:ext cx="666959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119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B8C6FC-B937-1E40-3934-A747CA081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značba mesta vsebine 6" descr="Slika, ki vsebuje besede besedilo, posnetek zaslona, pisava, številka&#10;&#10;Vsebina, ustvarjena z UI, morda ni pravilna.">
            <a:extLst>
              <a:ext uri="{FF2B5EF4-FFF2-40B4-BE49-F238E27FC236}">
                <a16:creationId xmlns:a16="http://schemas.microsoft.com/office/drawing/2014/main" id="{AA810790-EEE7-C065-7591-52B0870523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989" y="1178549"/>
            <a:ext cx="6535511" cy="567945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1703E1F-31AA-EAF0-0015-555729782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6E531402-906F-A78C-0537-59FD3CCEC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Primer kode</a:t>
            </a:r>
          </a:p>
        </p:txBody>
      </p:sp>
    </p:spTree>
    <p:extLst>
      <p:ext uri="{BB962C8B-B14F-4D97-AF65-F5344CB8AC3E}">
        <p14:creationId xmlns:p14="http://schemas.microsoft.com/office/powerpoint/2010/main" val="3351925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8B0476-17A6-94EF-D7A2-5BC81E80B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značba mesta vsebine 6" descr="Slika, ki vsebuje besede besedilo, posnetek zaslona, pisava, številka&#10;&#10;Vsebina, ustvarjena z UI, morda ni pravilna.">
            <a:extLst>
              <a:ext uri="{FF2B5EF4-FFF2-40B4-BE49-F238E27FC236}">
                <a16:creationId xmlns:a16="http://schemas.microsoft.com/office/drawing/2014/main" id="{38B797EF-C5DE-A189-DAB5-DC6CBB3FD1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989" y="1178549"/>
            <a:ext cx="6535511" cy="567945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D1E6840-7221-93F6-431A-4DB884205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80F0391-B135-034C-1BA8-9BD1B54AD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Primer kode</a:t>
            </a:r>
          </a:p>
        </p:txBody>
      </p:sp>
      <p:pic>
        <p:nvPicPr>
          <p:cNvPr id="4" name="Slika 3" descr="Slika, ki vsebuje besede besedilo, pisava, bela, posnetek zaslona&#10;&#10;Vsebina, ustvarjena z UI, morda ni pravilna.">
            <a:extLst>
              <a:ext uri="{FF2B5EF4-FFF2-40B4-BE49-F238E27FC236}">
                <a16:creationId xmlns:a16="http://schemas.microsoft.com/office/drawing/2014/main" id="{597BBAB4-7377-FBE0-10AC-329259D9D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149" y="4449666"/>
            <a:ext cx="4703026" cy="1362256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EEBA2E51-987B-5D5C-C839-63E9EF025B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904846"/>
              </p:ext>
            </p:extLst>
          </p:nvPr>
        </p:nvGraphicFramePr>
        <p:xfrm>
          <a:off x="6918960" y="2606990"/>
          <a:ext cx="5021580" cy="1644020"/>
        </p:xfrm>
        <a:graphic>
          <a:graphicData uri="http://schemas.openxmlformats.org/drawingml/2006/table">
            <a:tbl>
              <a:tblPr/>
              <a:tblGrid>
                <a:gridCol w="1163441">
                  <a:extLst>
                    <a:ext uri="{9D8B030D-6E8A-4147-A177-3AD203B41FA5}">
                      <a16:colId xmlns:a16="http://schemas.microsoft.com/office/drawing/2014/main" val="1211795487"/>
                    </a:ext>
                  </a:extLst>
                </a:gridCol>
                <a:gridCol w="1627472">
                  <a:extLst>
                    <a:ext uri="{9D8B030D-6E8A-4147-A177-3AD203B41FA5}">
                      <a16:colId xmlns:a16="http://schemas.microsoft.com/office/drawing/2014/main" val="3568757044"/>
                    </a:ext>
                  </a:extLst>
                </a:gridCol>
                <a:gridCol w="2230667">
                  <a:extLst>
                    <a:ext uri="{9D8B030D-6E8A-4147-A177-3AD203B41FA5}">
                      <a16:colId xmlns:a16="http://schemas.microsoft.com/office/drawing/2014/main" val="3889499671"/>
                    </a:ext>
                  </a:extLst>
                </a:gridCol>
              </a:tblGrid>
              <a:tr h="23089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sl-SI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Operacija</a:t>
                      </a:r>
                      <a:endParaRPr lang="sl-SI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846" marR="61846" marT="41230" marB="412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sl-SI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Stanje tabele</a:t>
                      </a:r>
                      <a:endParaRPr lang="sl-SI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846" marR="61846" marT="41230" marB="412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sl-SI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Opomba</a:t>
                      </a:r>
                      <a:endParaRPr lang="sl-SI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846" marR="61846" marT="41230" marB="412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9238076"/>
                  </a:ext>
                </a:extLst>
              </a:tr>
              <a:tr h="23089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sl-SI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Start</a:t>
                      </a:r>
                      <a:endParaRPr lang="sl-SI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846" marR="61846" marT="41230" marB="412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sl-SI" sz="1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['A', 'B', 'C']</a:t>
                      </a:r>
                      <a:endParaRPr lang="sl-SI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846" marR="61846" marT="41230" marB="412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sl-SI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Začetek</a:t>
                      </a:r>
                    </a:p>
                  </a:txBody>
                  <a:tcPr marL="61846" marR="61846" marT="41230" marB="412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4044622"/>
                  </a:ext>
                </a:extLst>
              </a:tr>
              <a:tr h="23089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sl-SI" sz="1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push('New Hit')</a:t>
                      </a:r>
                      <a:endParaRPr lang="sl-SI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846" marR="61846" marT="41230" marB="412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['A', 'B', 'C', 'New Hit']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846" marR="61846" marT="41230" marB="412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sl-SI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➡️ Dodano desno</a:t>
                      </a:r>
                    </a:p>
                  </a:txBody>
                  <a:tcPr marL="61846" marR="61846" marT="41230" marB="412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647749"/>
                  </a:ext>
                </a:extLst>
              </a:tr>
              <a:tr h="23089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sl-SI" sz="1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unshift('Intro')</a:t>
                      </a:r>
                      <a:endParaRPr lang="sl-SI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846" marR="61846" marT="41230" marB="412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['Intro', 'A', 'B', 'C', 'New Hit']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846" marR="61846" marT="41230" marB="412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sl-SI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⬅️ Dodano levo</a:t>
                      </a:r>
                    </a:p>
                  </a:txBody>
                  <a:tcPr marL="61846" marR="61846" marT="41230" marB="412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078503"/>
                  </a:ext>
                </a:extLst>
              </a:tr>
              <a:tr h="23089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sl-SI" sz="10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pop()</a:t>
                      </a:r>
                      <a:endParaRPr lang="sl-SI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846" marR="61846" marT="41230" marB="412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sl-SI" sz="10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['</a:t>
                      </a:r>
                      <a:r>
                        <a:rPr lang="sl-SI" sz="10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Intro</a:t>
                      </a:r>
                      <a:r>
                        <a:rPr lang="sl-SI" sz="10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', 'A', 'B', 'C']</a:t>
                      </a:r>
                      <a:endParaRPr lang="sl-SI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846" marR="61846" marT="41230" marB="412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sl-SI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 Odstranjen zadnji</a:t>
                      </a:r>
                    </a:p>
                  </a:txBody>
                  <a:tcPr marL="61846" marR="61846" marT="41230" marB="412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620472"/>
                  </a:ext>
                </a:extLst>
              </a:tr>
              <a:tr h="23089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sl-SI" sz="10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shift()</a:t>
                      </a:r>
                      <a:endParaRPr lang="sl-SI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846" marR="61846" marT="41230" marB="412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sl-SI" sz="1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['A', 'B', 'C']</a:t>
                      </a:r>
                      <a:endParaRPr lang="sl-SI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846" marR="61846" marT="41230" marB="412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sl-SI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 Odstranjen prvi</a:t>
                      </a:r>
                    </a:p>
                  </a:txBody>
                  <a:tcPr marL="61846" marR="61846" marT="41230" marB="412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904265"/>
                  </a:ext>
                </a:extLst>
              </a:tr>
              <a:tr h="23089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sl-SI" sz="1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splice(1, 1)</a:t>
                      </a:r>
                      <a:endParaRPr lang="sl-SI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846" marR="61846" marT="41230" marB="412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sl-SI" sz="1000" b="1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['A', 'C']</a:t>
                      </a:r>
                      <a:endParaRPr lang="sl-SI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846" marR="61846" marT="41230" marB="412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sl-SI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✂️ Izrezano na sredini</a:t>
                      </a:r>
                    </a:p>
                  </a:txBody>
                  <a:tcPr marL="61846" marR="61846" marT="41230" marB="4123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947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2344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570D85-2D2D-CEFB-03BB-0E49F6F30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79861E8-DE08-5236-FF90-82B067491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C69EFBA5-3D5A-5581-8945-CBF61555D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Primer kode</a:t>
            </a:r>
          </a:p>
        </p:txBody>
      </p:sp>
      <p:pic>
        <p:nvPicPr>
          <p:cNvPr id="9" name="Označba mesta vsebine 8" descr="Slika, ki vsebuje besede besedilo, posnetek zaslona, pisava, programska oprema&#10;&#10;Vsebina, ustvarjena z UI, morda ni pravilna.">
            <a:extLst>
              <a:ext uri="{FF2B5EF4-FFF2-40B4-BE49-F238E27FC236}">
                <a16:creationId xmlns:a16="http://schemas.microsoft.com/office/drawing/2014/main" id="{E4309D89-E3CE-6D0D-66E5-EA13DF6305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2329" y="1825625"/>
            <a:ext cx="764734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9743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93C330-B0CC-48A8-DD03-855A04E80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3C9BA89-4EBD-9A73-95BD-65F9E09403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DA8DD49A-AC0B-60EB-7E7C-0490B410B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Primer kode</a:t>
            </a:r>
          </a:p>
        </p:txBody>
      </p:sp>
      <p:pic>
        <p:nvPicPr>
          <p:cNvPr id="5" name="Označba mesta vsebine 4" descr="Slika, ki vsebuje besede besedilo, posnetek zaslona, pisava&#10;&#10;Vsebina, ustvarjena z UI, morda ni pravilna.">
            <a:extLst>
              <a:ext uri="{FF2B5EF4-FFF2-40B4-BE49-F238E27FC236}">
                <a16:creationId xmlns:a16="http://schemas.microsoft.com/office/drawing/2014/main" id="{B92D2C6F-5145-3E76-3D36-8A18BE320E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13846"/>
            <a:ext cx="10515600" cy="397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7462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FB0E1E-C8F7-3F63-019F-C6C2A6C1F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6202F21-D10E-0999-C8C5-1EE641AB8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689B8D64-8B68-CCCD-0670-73CF690C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Primer kode</a:t>
            </a:r>
          </a:p>
        </p:txBody>
      </p:sp>
      <p:pic>
        <p:nvPicPr>
          <p:cNvPr id="5" name="Označba mesta vsebine 4" descr="Slika, ki vsebuje besede besedilo, posnetek zaslona, pisava, vrstica&#10;&#10;Vsebina, ustvarjena z UI, morda ni pravilna.">
            <a:extLst>
              <a:ext uri="{FF2B5EF4-FFF2-40B4-BE49-F238E27FC236}">
                <a16:creationId xmlns:a16="http://schemas.microsoft.com/office/drawing/2014/main" id="{CFEAA199-D674-7D92-C270-FAA9F8DCE6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66220"/>
            <a:ext cx="10515600" cy="347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1816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B3F3C9EB-4D34-F494-0D46-24F6A5067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Vzorec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Slika 12" descr="Slika, ki vsebuje besede besedilo, posnetek zaslona, pisava&#10;&#10;Vsebina, ustvarjena z UI, morda ni pravilna.">
            <a:extLst>
              <a:ext uri="{FF2B5EF4-FFF2-40B4-BE49-F238E27FC236}">
                <a16:creationId xmlns:a16="http://schemas.microsoft.com/office/drawing/2014/main" id="{D1BC8D53-A267-1642-DE0A-2E409BF75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356" y="1038182"/>
            <a:ext cx="6408836" cy="463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417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isarn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isarn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185</Words>
  <Application>Microsoft Office PowerPoint</Application>
  <PresentationFormat>Širokozaslonsko</PresentationFormat>
  <Paragraphs>58</Paragraphs>
  <Slides>26</Slides>
  <Notes>1</Notes>
  <HiddenSlides>0</HiddenSlides>
  <MMClips>0</MMClips>
  <ScaleCrop>false</ScaleCrop>
  <HeadingPairs>
    <vt:vector size="6" baseType="variant">
      <vt:variant>
        <vt:lpstr>Uporabljene pisave</vt:lpstr>
      </vt:variant>
      <vt:variant>
        <vt:i4>5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Google Sans Text</vt:lpstr>
      <vt:lpstr>Officeova tema</vt:lpstr>
      <vt:lpstr>Javascript</vt:lpstr>
      <vt:lpstr>Kaj je JavaScript?</vt:lpstr>
      <vt:lpstr>Zgodovina JavaScripta</vt:lpstr>
      <vt:lpstr>Primer kode</vt:lpstr>
      <vt:lpstr>Primer kode</vt:lpstr>
      <vt:lpstr>Primer kode</vt:lpstr>
      <vt:lpstr>Primer kode</vt:lpstr>
      <vt:lpstr>Primer kode</vt:lpstr>
      <vt:lpstr>Primer kode</vt:lpstr>
      <vt:lpstr>Primer kode</vt:lpstr>
      <vt:lpstr>Primer kode</vt:lpstr>
      <vt:lpstr>Primer kode</vt:lpstr>
      <vt:lpstr>Primer kode</vt:lpstr>
      <vt:lpstr>Primer kode</vt:lpstr>
      <vt:lpstr>Primer kode</vt:lpstr>
      <vt:lpstr>Primer kode</vt:lpstr>
      <vt:lpstr>Primer kode</vt:lpstr>
      <vt:lpstr>Primer kode</vt:lpstr>
      <vt:lpstr>Primer kode</vt:lpstr>
      <vt:lpstr>Primer kode</vt:lpstr>
      <vt:lpstr>Primer kode</vt:lpstr>
      <vt:lpstr>Primer kode</vt:lpstr>
      <vt:lpstr>Primer kode</vt:lpstr>
      <vt:lpstr>Primer kode</vt:lpstr>
      <vt:lpstr>Primer kode</vt:lpstr>
      <vt:lpstr>Vzorec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Davor Ornik</dc:creator>
  <cp:lastModifiedBy>Davor Ornik</cp:lastModifiedBy>
  <cp:revision>17</cp:revision>
  <dcterms:created xsi:type="dcterms:W3CDTF">2026-02-17T22:02:22Z</dcterms:created>
  <dcterms:modified xsi:type="dcterms:W3CDTF">2026-02-17T23:43:34Z</dcterms:modified>
</cp:coreProperties>
</file>